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32" r:id="rId2"/>
    <p:sldId id="289" r:id="rId3"/>
    <p:sldId id="273" r:id="rId4"/>
    <p:sldId id="334" r:id="rId5"/>
    <p:sldId id="335" r:id="rId6"/>
    <p:sldId id="349" r:id="rId7"/>
    <p:sldId id="342" r:id="rId8"/>
    <p:sldId id="343" r:id="rId9"/>
    <p:sldId id="344" r:id="rId10"/>
    <p:sldId id="345" r:id="rId11"/>
    <p:sldId id="350" r:id="rId12"/>
    <p:sldId id="279" r:id="rId13"/>
    <p:sldId id="285" r:id="rId14"/>
    <p:sldId id="347" r:id="rId15"/>
    <p:sldId id="348" r:id="rId16"/>
    <p:sldId id="337" r:id="rId17"/>
    <p:sldId id="272" r:id="rId18"/>
    <p:sldId id="33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9900"/>
    <a:srgbClr val="F4AF83"/>
    <a:srgbClr val="006666"/>
    <a:srgbClr val="0099FF"/>
    <a:srgbClr val="008080"/>
    <a:srgbClr val="0F9F7D"/>
    <a:srgbClr val="008000"/>
    <a:srgbClr val="37354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44" autoAdjust="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 to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5FBE0-5C21-4E83-8069-52D09BCDD71E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C5872-5BF2-424D-ADD9-174D7927D36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Hi to all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46DD5-0A30-46AD-B2E1-F25508726044}" type="datetimeFigureOut">
              <a:rPr lang="en-IN" smtClean="0"/>
              <a:pPr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FBC11-2ED2-450E-A0CC-CEA7380C613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3375-60D9-28C1-53DC-D237B3C4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8884A-3801-9906-4669-94B04A63A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67BEC-B0D1-8049-7990-43CED831A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5515-26DB-1A09-7BF9-CCC086D66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4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44EC-430A-58E2-2C9C-D46F4DD5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34959-0013-56AE-C480-0044D9BCD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4BD76-7FCB-F07A-7F74-C8BDCBDC2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FF213-3D44-B9D7-89C6-722DD3D397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41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>
              <a:defRPr b="0" cap="none" spc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505" y="1097279"/>
            <a:ext cx="11779135" cy="5394960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Ø"/>
              <a:defRPr/>
            </a:lvl1pPr>
            <a:lvl2pPr marL="685800" indent="-228600">
              <a:buFont typeface="Wingdings" panose="05000000000000000000" pitchFamily="2" charset="2"/>
              <a:buChar char="q"/>
              <a:defRPr/>
            </a:lvl2pPr>
            <a:lvl3pPr marL="1143000" indent="-228600">
              <a:buFont typeface="Courier New" panose="02070309020205020404" pitchFamily="49" charset="0"/>
              <a:buChar char="o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3"/>
          <p:cNvSpPr txBox="1"/>
          <p:nvPr userDrawn="1"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Computer Science and Engineering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Srinivasa Ramanujan Institute of Technology</a:t>
            </a:r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DAC095C-C545-42F9-B93D-2B3224753C51}" type="slidenum">
              <a:rPr lang="en-US" sz="16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‹#›</a:t>
            </a:fld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ROOMIERADAR-Smart Roommate Finder Portal</a:t>
            </a:r>
            <a:endParaRPr lang="en-IN" sz="1600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</p:spPr>
      </p:pic>
      <p:sp>
        <p:nvSpPr>
          <p:cNvPr id="10" name="Date Placeholder 3"/>
          <p:cNvSpPr txBox="1"/>
          <p:nvPr userDrawn="1"/>
        </p:nvSpPr>
        <p:spPr>
          <a:xfrm>
            <a:off x="0" y="6642828"/>
            <a:ext cx="777239" cy="21517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0" cap="small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A03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q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vedithakummetha63/CSE-2022-26-Batch-A3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4904529" y="1745811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6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 AJAY KUMAR</a:t>
            </a:r>
            <a:endParaRPr lang="en-US" sz="6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2800" b="0" dirty="0"/>
              <a:t>Roll No. 224G1A0502</a:t>
            </a:r>
          </a:p>
          <a:p>
            <a:pPr>
              <a:spcBef>
                <a:spcPts val="300"/>
              </a:spcBef>
            </a:pPr>
            <a:endParaRPr lang="en-US" sz="2800" b="0" dirty="0"/>
          </a:p>
        </p:txBody>
      </p:sp>
      <p:sp>
        <p:nvSpPr>
          <p:cNvPr id="2" name="Subtitle 11"/>
          <p:cNvSpPr txBox="1"/>
          <p:nvPr/>
        </p:nvSpPr>
        <p:spPr>
          <a:xfrm>
            <a:off x="3759654" y="2475580"/>
            <a:ext cx="4672674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4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 .</a:t>
            </a:r>
            <a:r>
              <a:rPr lang="en-I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S.Sunitha</a:t>
            </a: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sz="1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M.Tech</a:t>
            </a:r>
            <a:r>
              <a:rPr lang="en-IN" sz="1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sz="12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Ph.D</a:t>
            </a:r>
            <a:endParaRPr lang="en-IN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200"/>
              </a:spcBef>
            </a:pPr>
            <a:r>
              <a:rPr lang="en-IN" sz="18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  <a:endParaRPr lang="en-IN" sz="1800" b="0" dirty="0"/>
          </a:p>
          <a:p>
            <a:pPr>
              <a:spcBef>
                <a:spcPts val="300"/>
              </a:spcBef>
            </a:pPr>
            <a:endParaRPr lang="en-IN" sz="1400" b="0" dirty="0"/>
          </a:p>
        </p:txBody>
      </p:sp>
      <p:sp>
        <p:nvSpPr>
          <p:cNvPr id="3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770" dirty="0" err="1"/>
              <a:t>Rotarypuram</a:t>
            </a:r>
            <a:r>
              <a:rPr lang="en-US" sz="2770" dirty="0"/>
              <a:t> Village, B K </a:t>
            </a:r>
            <a:r>
              <a:rPr lang="en-US" sz="2770" dirty="0" err="1"/>
              <a:t>Samudram</a:t>
            </a:r>
            <a:r>
              <a:rPr lang="en-US" sz="2770" dirty="0"/>
              <a:t> Mandal, </a:t>
            </a:r>
            <a:r>
              <a:rPr lang="en-US" sz="2770" dirty="0" err="1"/>
              <a:t>Ananthapuramu</a:t>
            </a:r>
            <a:r>
              <a:rPr lang="en-US" sz="2770" dirty="0"/>
              <a:t> – 515701.</a:t>
            </a:r>
          </a:p>
          <a:p>
            <a:pPr>
              <a:spcBef>
                <a:spcPts val="300"/>
              </a:spcBef>
            </a:pPr>
            <a:r>
              <a:rPr lang="en-IN" altLang="en-US" sz="2770" dirty="0"/>
              <a:t>Accredited by NBA &amp; NAAC with “A” Grade,Affiliated to JNTUA,Ananthapuramu</a:t>
            </a:r>
            <a:endParaRPr lang="en-US" sz="2770" dirty="0"/>
          </a:p>
          <a:p>
            <a:pPr>
              <a:spcAft>
                <a:spcPts val="100"/>
              </a:spcAft>
            </a:pP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-202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en-US" sz="2770" b="0" dirty="0"/>
          </a:p>
          <a:p>
            <a:endParaRPr lang="en-IN" sz="2770" b="0" dirty="0"/>
          </a:p>
        </p:txBody>
      </p:sp>
      <p:sp>
        <p:nvSpPr>
          <p:cNvPr id="8" name="Subtitle 11"/>
          <p:cNvSpPr txBox="1"/>
          <p:nvPr/>
        </p:nvSpPr>
        <p:spPr>
          <a:xfrm>
            <a:off x="1763898" y="1699087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 NIVEDITHA</a:t>
            </a:r>
          </a:p>
          <a:p>
            <a:pPr>
              <a:spcBef>
                <a:spcPts val="300"/>
              </a:spcBef>
            </a:pPr>
            <a:r>
              <a:rPr lang="en-US" sz="1200" b="0" dirty="0"/>
              <a:t>Roll No. 224G1A0563</a:t>
            </a:r>
          </a:p>
        </p:txBody>
      </p:sp>
      <p:sp>
        <p:nvSpPr>
          <p:cNvPr id="9" name="Subtitle 11"/>
          <p:cNvSpPr txBox="1"/>
          <p:nvPr/>
        </p:nvSpPr>
        <p:spPr>
          <a:xfrm>
            <a:off x="7975128" y="1745811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6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 SABIHA AFRIN</a:t>
            </a:r>
          </a:p>
          <a:p>
            <a:pPr>
              <a:spcBef>
                <a:spcPts val="300"/>
              </a:spcBef>
            </a:pPr>
            <a:r>
              <a:rPr lang="en-US" sz="2800" b="0" dirty="0"/>
              <a:t>Roll No. 234G5A0588</a:t>
            </a:r>
          </a:p>
          <a:p>
            <a:pPr>
              <a:spcBef>
                <a:spcPts val="300"/>
              </a:spcBef>
            </a:pPr>
            <a:endParaRPr lang="en-US" sz="2800" b="0" dirty="0"/>
          </a:p>
        </p:txBody>
      </p:sp>
      <p:sp>
        <p:nvSpPr>
          <p:cNvPr id="10" name="Subtitle 11"/>
          <p:cNvSpPr txBox="1"/>
          <p:nvPr/>
        </p:nvSpPr>
        <p:spPr>
          <a:xfrm>
            <a:off x="1191460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1200" b="0" dirty="0"/>
          </a:p>
        </p:txBody>
      </p:sp>
      <p:sp>
        <p:nvSpPr>
          <p:cNvPr id="11" name="Rectangle: Rounded Corners 16"/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ROOMIERADAR-Smart Roommate Finder Portal</a:t>
            </a:r>
            <a:endParaRPr lang="en-IN" sz="3200" dirty="0"/>
          </a:p>
          <a:p>
            <a:pPr algn="ctr"/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2714840" y="1261696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AA6D-7637-5E88-CF28-4D2EF602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Review Queries</a:t>
            </a:r>
            <a:b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4DFE5-F7A5-9ADB-AFD3-08EBD7A4F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150069"/>
            <a:ext cx="11497873" cy="53421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Why web portal instead of mobile app?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 happens if no suitable roommate match is found?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What is the scope of the Roomie Radar application?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535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Abstract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Introduction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altLang="en-IN" dirty="0"/>
              <a:t>Literature Survey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Existing System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Proposed System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Planning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Design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Implementation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US" dirty="0"/>
              <a:t>Research Paper</a:t>
            </a:r>
            <a:endParaRPr lang="en-IN" dirty="0"/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dirty="0"/>
              <a:t>References</a:t>
            </a:r>
          </a:p>
          <a:p>
            <a:pPr marL="462280" indent="-462280"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IN" dirty="0"/>
              <a:t>GitHub Link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562" y="1257719"/>
            <a:ext cx="10949248" cy="4900109"/>
          </a:xfrm>
        </p:spPr>
        <p:txBody>
          <a:bodyPr>
            <a:normAutofit/>
          </a:bodyPr>
          <a:lstStyle/>
          <a:p>
            <a:pPr marL="179388" indent="-179388">
              <a:lnSpc>
                <a:spcPct val="150000"/>
              </a:lnSpc>
            </a:pPr>
            <a:r>
              <a:rPr lang="en-US" sz="2400" dirty="0"/>
              <a:t>Finding a compatible roommate is difficult due to lifestyle and preference differences.</a:t>
            </a:r>
          </a:p>
          <a:p>
            <a:pPr marL="179388" indent="-179388">
              <a:lnSpc>
                <a:spcPct val="150000"/>
              </a:lnSpc>
            </a:pPr>
            <a:r>
              <a:rPr lang="en-US" sz="2400" dirty="0"/>
              <a:t>Traditional methods like social media or manual listings lack structure and security.</a:t>
            </a:r>
          </a:p>
          <a:p>
            <a:pPr marL="179388" indent="-179388">
              <a:lnSpc>
                <a:spcPct val="150000"/>
              </a:lnSpc>
            </a:pPr>
            <a:r>
              <a:rPr lang="en-US" sz="2400" dirty="0"/>
              <a:t>Roomie Radar is a web-based platform that automates roommate matching.</a:t>
            </a:r>
          </a:p>
          <a:p>
            <a:pPr marL="179388" indent="-179388">
              <a:lnSpc>
                <a:spcPct val="150000"/>
              </a:lnSpc>
            </a:pPr>
            <a:r>
              <a:rPr lang="en-US" sz="2400" dirty="0"/>
              <a:t>Users create profiles and specify lifestyle preferences for better compatibility.</a:t>
            </a:r>
          </a:p>
          <a:p>
            <a:pPr marL="179388" indent="-179388">
              <a:lnSpc>
                <a:spcPct val="150000"/>
              </a:lnSpc>
            </a:pPr>
            <a:r>
              <a:rPr lang="en-US" sz="2400" dirty="0"/>
              <a:t>A rule-based algorithm calculates compatibility scores and suggests matches.</a:t>
            </a:r>
          </a:p>
          <a:p>
            <a:pPr marL="179388" indent="-179388">
              <a:lnSpc>
                <a:spcPct val="150000"/>
              </a:lnSpc>
            </a:pPr>
            <a:r>
              <a:rPr lang="en-US" sz="2400" dirty="0"/>
              <a:t>The system also supports secure login, room booking, and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77804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486" y="1150070"/>
            <a:ext cx="10916239" cy="4614237"/>
          </a:xfrm>
        </p:spPr>
        <p:txBody>
          <a:bodyPr>
            <a:noAutofit/>
          </a:bodyPr>
          <a:lstStyle/>
          <a:p>
            <a:pPr marL="358775" indent="-358775" algn="l">
              <a:lnSpc>
                <a:spcPct val="150000"/>
              </a:lnSpc>
            </a:pPr>
            <a:r>
              <a:rPr lang="en-US" sz="2200" dirty="0"/>
              <a:t>Shared accommodation has become common for students and working professionals.</a:t>
            </a:r>
          </a:p>
          <a:p>
            <a:pPr marL="358775" indent="-358775" algn="l">
              <a:lnSpc>
                <a:spcPct val="150000"/>
              </a:lnSpc>
            </a:pPr>
            <a:r>
              <a:rPr lang="en-US" sz="2200" dirty="0"/>
              <a:t>Choosing a compatible roommate is important for comfort, productivity, and peaceful living.</a:t>
            </a:r>
          </a:p>
          <a:p>
            <a:pPr marL="358775" indent="-358775" algn="l">
              <a:lnSpc>
                <a:spcPct val="150000"/>
              </a:lnSpc>
            </a:pPr>
            <a:r>
              <a:rPr lang="en-US" sz="2200" dirty="0"/>
              <a:t>Traditional roommate search methods depend on word-of-mouth, social media, or manual listings.</a:t>
            </a:r>
          </a:p>
          <a:p>
            <a:pPr marL="358775" indent="-358775" algn="l">
              <a:lnSpc>
                <a:spcPct val="150000"/>
              </a:lnSpc>
            </a:pPr>
            <a:r>
              <a:rPr lang="en-US" sz="2200" dirty="0"/>
              <a:t>These methods often lack structured evaluation and reliable information.</a:t>
            </a:r>
          </a:p>
          <a:p>
            <a:pPr marL="358775" indent="-358775" algn="l">
              <a:lnSpc>
                <a:spcPct val="150000"/>
              </a:lnSpc>
            </a:pPr>
            <a:r>
              <a:rPr lang="en-US" sz="2200" dirty="0"/>
              <a:t>Roomie Radar is developed to provide a centralized platform for roommate matching.</a:t>
            </a:r>
          </a:p>
          <a:p>
            <a:pPr marL="358775" indent="-358775" algn="l">
              <a:lnSpc>
                <a:spcPct val="150000"/>
              </a:lnSpc>
            </a:pPr>
            <a:r>
              <a:rPr lang="en-US" sz="2200" dirty="0"/>
              <a:t>The system uses preference-based matching to recommend compatible roommates.</a:t>
            </a:r>
          </a:p>
        </p:txBody>
      </p:sp>
    </p:spTree>
    <p:extLst>
      <p:ext uri="{BB962C8B-B14F-4D97-AF65-F5344CB8AC3E}">
        <p14:creationId xmlns:p14="http://schemas.microsoft.com/office/powerpoint/2010/main" val="364728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dirty="0"/>
              <a:t>Literature Survey</a:t>
            </a:r>
            <a:br>
              <a:rPr lang="en-US" altLang="en-IN" dirty="0"/>
            </a:br>
            <a:endParaRPr lang="en-IN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B64D90C-A6E5-44A7-AB81-FCAAC4F21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198049"/>
              </p:ext>
            </p:extLst>
          </p:nvPr>
        </p:nvGraphicFramePr>
        <p:xfrm>
          <a:off x="232755" y="1096965"/>
          <a:ext cx="11272059" cy="532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614">
                  <a:extLst>
                    <a:ext uri="{9D8B030D-6E8A-4147-A177-3AD203B41FA5}">
                      <a16:colId xmlns:a16="http://schemas.microsoft.com/office/drawing/2014/main" val="3942613779"/>
                    </a:ext>
                  </a:extLst>
                </a:gridCol>
                <a:gridCol w="2273233">
                  <a:extLst>
                    <a:ext uri="{9D8B030D-6E8A-4147-A177-3AD203B41FA5}">
                      <a16:colId xmlns:a16="http://schemas.microsoft.com/office/drawing/2014/main" val="2645168224"/>
                    </a:ext>
                  </a:extLst>
                </a:gridCol>
                <a:gridCol w="1275391">
                  <a:extLst>
                    <a:ext uri="{9D8B030D-6E8A-4147-A177-3AD203B41FA5}">
                      <a16:colId xmlns:a16="http://schemas.microsoft.com/office/drawing/2014/main" val="2624851268"/>
                    </a:ext>
                  </a:extLst>
                </a:gridCol>
                <a:gridCol w="1479665">
                  <a:extLst>
                    <a:ext uri="{9D8B030D-6E8A-4147-A177-3AD203B41FA5}">
                      <a16:colId xmlns:a16="http://schemas.microsoft.com/office/drawing/2014/main" val="106975762"/>
                    </a:ext>
                  </a:extLst>
                </a:gridCol>
                <a:gridCol w="1736912">
                  <a:extLst>
                    <a:ext uri="{9D8B030D-6E8A-4147-A177-3AD203B41FA5}">
                      <a16:colId xmlns:a16="http://schemas.microsoft.com/office/drawing/2014/main" val="4144091049"/>
                    </a:ext>
                  </a:extLst>
                </a:gridCol>
                <a:gridCol w="2106312">
                  <a:extLst>
                    <a:ext uri="{9D8B030D-6E8A-4147-A177-3AD203B41FA5}">
                      <a16:colId xmlns:a16="http://schemas.microsoft.com/office/drawing/2014/main" val="3479107992"/>
                    </a:ext>
                  </a:extLst>
                </a:gridCol>
                <a:gridCol w="1875932">
                  <a:extLst>
                    <a:ext uri="{9D8B030D-6E8A-4147-A177-3AD203B41FA5}">
                      <a16:colId xmlns:a16="http://schemas.microsoft.com/office/drawing/2014/main" val="1919973714"/>
                    </a:ext>
                  </a:extLst>
                </a:gridCol>
              </a:tblGrid>
              <a:tr h="87287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Title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Authors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Journal Name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key Findings 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Gaps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303747"/>
                  </a:ext>
                </a:extLst>
              </a:tr>
              <a:tr h="1134743">
                <a:tc>
                  <a:txBody>
                    <a:bodyPr/>
                    <a:lstStyle/>
                    <a:p>
                      <a:r>
                        <a:rPr lang="en-US" sz="1700"/>
                        <a:t>1.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Compatibility-Based Roommate Assignment System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R. Patel, S.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i="1" dirty="0"/>
                        <a:t>IJLTEMAS</a:t>
                      </a:r>
                      <a:r>
                        <a:rPr lang="en-IN" sz="1700" dirty="0"/>
                        <a:t>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Preference comparison and similarity scoring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Improves roommate selection using compatibility scores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No communication or room booking features</a:t>
                      </a:r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558428"/>
                  </a:ext>
                </a:extLst>
              </a:tr>
              <a:tr h="1035151">
                <a:tc>
                  <a:txBody>
                    <a:bodyPr/>
                    <a:lstStyle/>
                    <a:p>
                      <a:r>
                        <a:rPr lang="en-US" sz="1700" dirty="0"/>
                        <a:t>2.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Roommate Allocation System with AI Integration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A. Verma, P.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i="1" dirty="0"/>
                        <a:t>IJIRT</a:t>
                      </a:r>
                      <a:r>
                        <a:rPr lang="en-IN" sz="1700" dirty="0"/>
                        <a:t>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AI-based preference analysis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Automates roommate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Requires large training datasets</a:t>
                      </a:r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394202"/>
                  </a:ext>
                </a:extLst>
              </a:tr>
              <a:tr h="1154651">
                <a:tc>
                  <a:txBody>
                    <a:bodyPr/>
                    <a:lstStyle/>
                    <a:p>
                      <a:r>
                        <a:rPr lang="en-US" sz="1700" dirty="0"/>
                        <a:t>3.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Preference-Based Room Recommendation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M. Sharma, R.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i="1" dirty="0"/>
                        <a:t>IJIRT</a:t>
                      </a:r>
                      <a:r>
                        <a:rPr lang="en-IN" sz="1700" dirty="0"/>
                        <a:t>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Recommendation based on user room preferences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Suggests rooms matching user needs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Does not evaluate roommate compatibility</a:t>
                      </a:r>
                      <a:endParaRPr lang="en-IN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1928"/>
                  </a:ext>
                </a:extLst>
              </a:tr>
              <a:tr h="1085378">
                <a:tc>
                  <a:txBody>
                    <a:bodyPr/>
                    <a:lstStyle/>
                    <a:p>
                      <a:r>
                        <a:rPr lang="en-US" sz="1700" dirty="0"/>
                        <a:t>4.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Web-Based Roommate Finder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M. Khan, A. 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i="1" dirty="0"/>
                        <a:t>IJARCCE</a:t>
                      </a:r>
                      <a:r>
                        <a:rPr lang="en-IN" sz="1700" dirty="0"/>
                        <a:t>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Web platform with profile search and filtering</a:t>
                      </a:r>
                      <a:endParaRPr lang="en-IN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Simplifies online roommate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No compatibility scoring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889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59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429" y="1251254"/>
            <a:ext cx="11156508" cy="47907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The current roommate searching process in many institutions and cities is mostly handled through informal and manual methods such as social media groups, classified advertisements, and personal references.</a:t>
            </a:r>
          </a:p>
          <a:p>
            <a:pPr marL="0" indent="0">
              <a:buNone/>
            </a:pPr>
            <a:r>
              <a:rPr lang="en-US" sz="2000" b="1" dirty="0"/>
              <a:t>Key Features: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• Roommate search through social media platforms or online groups</a:t>
            </a:r>
          </a:p>
          <a:p>
            <a:pPr marL="0" indent="0">
              <a:buNone/>
            </a:pPr>
            <a:r>
              <a:rPr lang="en-US" sz="2000" dirty="0"/>
              <a:t>• Basic user information such as gender, budget, and lifestyle preferences is shared through profiles or posts</a:t>
            </a:r>
          </a:p>
          <a:p>
            <a:pPr marL="0" indent="0">
              <a:buNone/>
            </a:pPr>
            <a:r>
              <a:rPr lang="en-US" sz="2000" dirty="0"/>
              <a:t>• Rooms are searched and selected based on room preferences such as location, rent, and facilities</a:t>
            </a:r>
          </a:p>
          <a:p>
            <a:pPr marL="0" indent="0">
              <a:buNone/>
            </a:pPr>
            <a:r>
              <a:rPr lang="en-US" sz="2000" dirty="0"/>
              <a:t>• Some systems use AI or recommendation techniques to suggest potential roommates</a:t>
            </a:r>
          </a:p>
          <a:p>
            <a:pPr marL="0" indent="0">
              <a:buNone/>
            </a:pPr>
            <a:r>
              <a:rPr lang="en-US" sz="2000" b="1" dirty="0"/>
              <a:t>Limitations: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Time-consuming manual search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systems focus on room recommendation rather than roommate compatibility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AI-based systems require large datasets for accurate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Lack of integrated communication and room booking features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897666-02A4-4F0F-8050-65B09186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System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90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27" y="1112363"/>
            <a:ext cx="10925732" cy="540677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/>
              <a:t> Roomie Radar is a smart web-based platform designed for efficient roommate matching.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Users can register, create profiles, and specify lifestyle and accommodation preferences.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The system uses a rule-based matching algorithm to compare preferences and calculate compatibility scores.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 It recommends compatible roommates based on similarity of lifestyle habits.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If suitable roommates are not available, the system suggests available rooms based on preferences.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The platform also provides secure authentication, profile management, and in-system communication.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5995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27" y="1112363"/>
            <a:ext cx="10925732" cy="540677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US" sz="2200" dirty="0"/>
              <a:t>Identify the problem of difficulty in finding compatible roommates.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Conduct literature survey to analyze existing roommate matching systems.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Design the system architecture and database structure.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 Select technologies such as Django, Python, HTML, CSS, and SQLite.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Develop modules including user registration, preference setup, roommate matching, and room booking.</a:t>
            </a:r>
          </a:p>
          <a:p>
            <a:pPr algn="l">
              <a:lnSpc>
                <a:spcPct val="150000"/>
              </a:lnSpc>
            </a:pPr>
            <a:r>
              <a:rPr lang="en-US" sz="2200" dirty="0"/>
              <a:t>Test the system and evaluate matching accuracy and performance.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883762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68C9F3-4049-4C6A-A7DF-C078AAA17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906" y="1837007"/>
            <a:ext cx="5596621" cy="399003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BAD253-5F88-4FD7-9BF7-991F07F8C32A}"/>
              </a:ext>
            </a:extLst>
          </p:cNvPr>
          <p:cNvSpPr txBox="1"/>
          <p:nvPr/>
        </p:nvSpPr>
        <p:spPr>
          <a:xfrm>
            <a:off x="358219" y="1272620"/>
            <a:ext cx="6221689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Roomie Radar – Smart Roommate Finder Portal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as a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system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connects users and hostel owners through a centralized platform. The system architecture ensures efficient roommate matching, room management, and secure data handling.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System Architecture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main users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/ User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and logs into the platform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profile and lifestyle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for compatible roommates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available rooms and makes bookings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(Hostel Owner)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room listings and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user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room management and system administration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816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  <a:br>
              <a:rPr lang="en-US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AD253-5F88-4FD7-9BF7-991F07F8C32A}"/>
              </a:ext>
            </a:extLst>
          </p:cNvPr>
          <p:cNvSpPr txBox="1"/>
          <p:nvPr/>
        </p:nvSpPr>
        <p:spPr>
          <a:xfrm>
            <a:off x="443059" y="1357460"/>
            <a:ext cx="11321593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Functional Modules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the following modules: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Module – Handles account creation and authentication.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&amp; Preference Management – Stores user lifestyle preferences for matching.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Roommate Matching Module – Identifies compatible roommates based on preferences.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Listing &amp; Booking Module – Displays available rooms and allows booking.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Module – Enables interaction between users.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Module – Allows the admin to manage rooms and system data.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Matching Mechanism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rule-based matching algorithm compares user preferences and calculates compatibility scores to recommend suitable roommates.</a:t>
            </a: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81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678B-DFC8-191D-FCB2-6D5941A0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323A26-60C2-89F8-78B8-D18526A9336B}"/>
              </a:ext>
            </a:extLst>
          </p:cNvPr>
          <p:cNvSpPr/>
          <p:nvPr/>
        </p:nvSpPr>
        <p:spPr>
          <a:xfrm>
            <a:off x="0" y="228600"/>
            <a:ext cx="12192000" cy="721528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645C9-3233-F395-5685-F373B8FAADBD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A03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2B351-9274-85EB-7C39-4A48CADD87BD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07D3F-41EC-AF1E-79AE-F4CCA105D54D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C4461-D407-8AA3-1BE4-A036EEB7AF1C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8BBDC-ADE6-791E-BC90-C581E3E07D5F}"/>
              </a:ext>
            </a:extLst>
          </p:cNvPr>
          <p:cNvSpPr txBox="1"/>
          <p:nvPr/>
        </p:nvSpPr>
        <p:spPr>
          <a:xfrm>
            <a:off x="270076" y="199542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/>
                <a:cs typeface="Times New Roman" panose="02020603050405020304"/>
                <a:sym typeface="+mn-ea"/>
              </a:rPr>
              <a:t>Implementation</a:t>
            </a:r>
            <a:endParaRPr lang="en-IN" sz="4400" dirty="0">
              <a:latin typeface="Times New Roman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E9120-952F-8BE9-2182-E1D6B735A410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ROOMIERADAR-Smart Roommate Finder Portal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F08BCF-33C4-FA7A-D27F-219DD239B8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156" y="998041"/>
            <a:ext cx="5874774" cy="27200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3450D0-F7C2-26BD-5AAD-338552BA0B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4827" y="998040"/>
            <a:ext cx="5874773" cy="2720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9E47D9-4C98-C15D-A353-999BE89754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156" y="3809824"/>
            <a:ext cx="5874774" cy="2779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EBD99-9836-BE70-8212-0917CF0030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4827" y="3809824"/>
            <a:ext cx="5874773" cy="27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059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920DD-F466-FC6E-2603-F9A577ECC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6195AB-DBAD-D19B-C016-2DA7CD71259D}"/>
              </a:ext>
            </a:extLst>
          </p:cNvPr>
          <p:cNvSpPr/>
          <p:nvPr/>
        </p:nvSpPr>
        <p:spPr>
          <a:xfrm>
            <a:off x="0" y="228600"/>
            <a:ext cx="12192000" cy="721528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79583-0005-B5A6-DBBD-ABECC020946E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A14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A02F0-765A-A0A1-5B89-C7903F4A0783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7F90A-A57F-4A99-06F9-BA4DC1195E50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A85DE-955C-136F-0047-446838DD3B4C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EACC1-F057-00F8-C824-613C37293912}"/>
              </a:ext>
            </a:extLst>
          </p:cNvPr>
          <p:cNvSpPr txBox="1"/>
          <p:nvPr/>
        </p:nvSpPr>
        <p:spPr>
          <a:xfrm>
            <a:off x="270076" y="199542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kern="0" dirty="0">
                <a:solidFill>
                  <a:prstClr val="white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Output</a:t>
            </a:r>
            <a:endParaRPr lang="en-IN" sz="4400" dirty="0">
              <a:latin typeface="Times New Roman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DB8973-8F36-6736-14C4-C28FD9326254}"/>
              </a:ext>
            </a:extLst>
          </p:cNvPr>
          <p:cNvSpPr txBox="1"/>
          <p:nvPr/>
        </p:nvSpPr>
        <p:spPr>
          <a:xfrm>
            <a:off x="1142359" y="-57956"/>
            <a:ext cx="9401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ROOMIERADAR-Smart Roommate Finder Portal</a:t>
            </a:r>
            <a:endParaRPr lang="en-IN" sz="1400" dirty="0"/>
          </a:p>
          <a:p>
            <a:pPr algn="ctr"/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670317-6F86-B6A4-2C47-D2894925CD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867" y="1255540"/>
            <a:ext cx="5164664" cy="2657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F82B59-F79A-96DB-CC99-E5F6926150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5" b="7355"/>
          <a:stretch/>
        </p:blipFill>
        <p:spPr>
          <a:xfrm>
            <a:off x="5980991" y="1226480"/>
            <a:ext cx="5427131" cy="2687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3ED36C-8650-6A2B-AA31-431E180E08E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866" y="4051940"/>
            <a:ext cx="5164665" cy="2399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FD4CA4-72DD-DA4C-9C84-5D5EBF50C1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" b="1944"/>
          <a:stretch/>
        </p:blipFill>
        <p:spPr>
          <a:xfrm>
            <a:off x="5980991" y="4051940"/>
            <a:ext cx="5427133" cy="24214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634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Paper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727" y="1112363"/>
            <a:ext cx="10925732" cy="5406770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b="1" dirty="0"/>
              <a:t>Title:</a:t>
            </a:r>
            <a:r>
              <a:rPr lang="en-US" sz="2200" dirty="0"/>
              <a:t> Roomie Radar: Smart Roommate Finder Portal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00" b="1" dirty="0"/>
              <a:t>Authors:</a:t>
            </a:r>
            <a:r>
              <a:rPr lang="en-US" sz="2200" dirty="0"/>
              <a:t> Dr. S. Sunitha, </a:t>
            </a:r>
            <a:r>
              <a:rPr lang="en-US" sz="2200" dirty="0" err="1"/>
              <a:t>Niveditha</a:t>
            </a:r>
            <a:r>
              <a:rPr lang="en-US" sz="2200" dirty="0"/>
              <a:t> K, Ajay Kumar P, </a:t>
            </a:r>
            <a:r>
              <a:rPr lang="en-US" sz="2200" dirty="0" err="1"/>
              <a:t>Sabiha</a:t>
            </a:r>
            <a:r>
              <a:rPr lang="en-US" sz="2200" dirty="0"/>
              <a:t> Afrin A 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00" b="1" dirty="0"/>
              <a:t>Published by:</a:t>
            </a:r>
            <a:r>
              <a:rPr lang="en-US" sz="2200" dirty="0"/>
              <a:t> SCITEPRESS – Science and Technology Publications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00" b="1" dirty="0"/>
              <a:t>Description:</a:t>
            </a:r>
            <a:br>
              <a:rPr lang="en-US" sz="2200" dirty="0"/>
            </a:br>
            <a:r>
              <a:rPr lang="en-US" sz="2200" dirty="0"/>
              <a:t>The research paper presents the problem statement, system design, and the rule-based roommate matching algorithm used in the proposed system. It also explains the implementation and discusses the experimental outcomes demonstrating the effectiveness of the platform.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381962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39" y="1483359"/>
            <a:ext cx="10363201" cy="5141882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/>
              <a:t>[1] R. Patel and S. Kumar, “Compatibility-Based Roommate Assignment System,” </a:t>
            </a:r>
            <a:r>
              <a:rPr lang="en-US" sz="2400" i="1" dirty="0"/>
              <a:t>International Journal of Latest Technology in Engineering, Management &amp; Applied Science (IJLTEMAS)</a:t>
            </a:r>
            <a:r>
              <a:rPr lang="en-US" sz="2400" dirty="0"/>
              <a:t>, 2025.</a:t>
            </a:r>
            <a:br>
              <a:rPr lang="en-US" sz="2400" dirty="0"/>
            </a:b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[2] A. Verma and P. Singh, “Roommate Allocation System with AI Integration,” </a:t>
            </a:r>
            <a:r>
              <a:rPr lang="en-US" sz="2400" i="1" dirty="0"/>
              <a:t>International Journal of Innovative Research in Technology (IJIRT)</a:t>
            </a:r>
            <a:r>
              <a:rPr lang="en-US" sz="2400" dirty="0"/>
              <a:t>, 2024.</a:t>
            </a:r>
          </a:p>
          <a:p>
            <a:pPr marL="0" indent="0" algn="l">
              <a:buNone/>
            </a:pP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[3] M. Sharma and R. Gupta, “Preference-Based Room Recommendation System,” </a:t>
            </a:r>
            <a:r>
              <a:rPr lang="en-US" sz="2400" i="1" dirty="0"/>
              <a:t>International Journal of Innovative Research in Technology (IJIRT)</a:t>
            </a:r>
            <a:r>
              <a:rPr lang="en-US" sz="2400" dirty="0"/>
              <a:t>, 2023.</a:t>
            </a:r>
            <a:br>
              <a:rPr lang="en-US" sz="2400" dirty="0"/>
            </a:br>
            <a:endParaRPr lang="en-US" sz="2400" dirty="0"/>
          </a:p>
          <a:p>
            <a:pPr marL="0" indent="0" algn="l">
              <a:buNone/>
            </a:pPr>
            <a:r>
              <a:rPr lang="en-US" sz="2400" dirty="0"/>
              <a:t>[4] M. Khan and A. Ahmed, “Web-Based Roommate Finder Application,” </a:t>
            </a:r>
            <a:r>
              <a:rPr lang="en-US" sz="2400" i="1" dirty="0"/>
              <a:t>International Journal of Advanced Research in Computer and Communication Engineering (IJARCCE)</a:t>
            </a:r>
            <a:r>
              <a:rPr lang="en-US" sz="2400" dirty="0"/>
              <a:t>, 2020.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9290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62280" indent="-462280"/>
            <a:r>
              <a:rPr lang="en-IN" dirty="0"/>
              <a:t>GitHub Link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B933AA-4312-45A1-9ADD-BCD3CBEB2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83" r="25271"/>
          <a:stretch/>
        </p:blipFill>
        <p:spPr>
          <a:xfrm>
            <a:off x="2188588" y="1199328"/>
            <a:ext cx="7814820" cy="445934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68D6B7-CD0D-4CB6-82EB-36EB89FD61F3}"/>
              </a:ext>
            </a:extLst>
          </p:cNvPr>
          <p:cNvSpPr txBox="1"/>
          <p:nvPr/>
        </p:nvSpPr>
        <p:spPr>
          <a:xfrm>
            <a:off x="631594" y="5788307"/>
            <a:ext cx="10529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https://github.com/nivedithakummetha63/CSE-2022-26-Batch-A3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995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613" y="2375670"/>
            <a:ext cx="6603859" cy="1595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 dirty="0">
                <a:ln w="0"/>
                <a:solidFill>
                  <a:srgbClr val="FF66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You!!!</a:t>
            </a:r>
            <a:endParaRPr lang="en-IN" sz="9600" dirty="0">
              <a:ln w="0"/>
              <a:solidFill>
                <a:srgbClr val="FF66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3613" y="2375670"/>
            <a:ext cx="6099747" cy="1595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9600" i="1" dirty="0">
                <a:ln w="0"/>
                <a:solidFill>
                  <a:srgbClr val="FF66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 Query?</a:t>
            </a:r>
            <a:endParaRPr lang="en-IN" sz="9600" dirty="0">
              <a:ln w="0"/>
              <a:solidFill>
                <a:srgbClr val="FF66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4517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9609</TotalTime>
  <Words>1192</Words>
  <Application>Microsoft Office PowerPoint</Application>
  <PresentationFormat>Widescreen</PresentationFormat>
  <Paragraphs>164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Courier New</vt:lpstr>
      <vt:lpstr>Times New Roman</vt:lpstr>
      <vt:lpstr>Wingdings</vt:lpstr>
      <vt:lpstr>Custom Design</vt:lpstr>
      <vt:lpstr>PowerPoint Presentation</vt:lpstr>
      <vt:lpstr>Previous Review Queries </vt:lpstr>
      <vt:lpstr>Contents</vt:lpstr>
      <vt:lpstr>Abstract </vt:lpstr>
      <vt:lpstr>Introduction </vt:lpstr>
      <vt:lpstr>Literature Survey </vt:lpstr>
      <vt:lpstr>Existing System </vt:lpstr>
      <vt:lpstr>Proposed System  </vt:lpstr>
      <vt:lpstr>Planning </vt:lpstr>
      <vt:lpstr>Design </vt:lpstr>
      <vt:lpstr>Design </vt:lpstr>
      <vt:lpstr>PowerPoint Presentation</vt:lpstr>
      <vt:lpstr>PowerPoint Presentation</vt:lpstr>
      <vt:lpstr>Research Paper </vt:lpstr>
      <vt:lpstr>References 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venkatesh k</dc:creator>
  <cp:lastModifiedBy>KUMMETHA NIVEDITHA</cp:lastModifiedBy>
  <cp:revision>182</cp:revision>
  <dcterms:created xsi:type="dcterms:W3CDTF">2019-06-11T05:35:00Z</dcterms:created>
  <dcterms:modified xsi:type="dcterms:W3CDTF">2026-03-09T13:39:08Z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B145199D08B64BC29E291925B1B5F72E</vt:lpwstr>
  </property>
  <property fmtid="{D5CDD505-2E9C-101B-9397-08002B2CF9AE}" pid="3" name="KSOProductBuildVer">
    <vt:lpwstr>1033-11.2.0.11254</vt:lpwstr>
  </property>
</Properties>
</file>